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4:1 Multiplexer and Extension to an 8:1 Multiplexer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Digital Logic Design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B. Bhuvan Sai Teja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2620030671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18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S. Bhavya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2620090008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027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K. Meghana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6027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2620090020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86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K. Saketh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986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2620090009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Multiplexers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multiplexer (MUX) is a digital switch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selects ONE input from many inputs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selected input is sent to ONE output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 decide which input is chosen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508760" cy="11887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310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7216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signals to choose from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3246120"/>
            <a:ext cx="1508760" cy="11887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5740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310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7216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3246120"/>
            <a:ext cx="1508760" cy="11887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324612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03320" y="33101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7216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chosen signal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4412"/>
            </a:avLst>
          </a:prstGeom>
          <a:solidFill>
            <a:srgbClr val="EEF4F8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1691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42316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TV channel: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channels = 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Remote buttons = select lines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Screen = output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channel shows at a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 Diagram of a Multiplexer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32588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96596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24612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1005840"/>
            <a:ext cx="1463040" cy="2651760"/>
          </a:xfrm>
          <a:prstGeom prst="rect">
            <a:avLst/>
          </a:prstGeom>
          <a:solidFill>
            <a:srgbClr val="0E9AA7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1005840"/>
            <a:ext cx="1463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 : 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83280" y="233172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51760" y="3657600"/>
            <a:ext cx="0" cy="41148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 S0 … Sn-1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868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data signals (I)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 (S) choose one input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(Y) = selected input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select lines → 2ⁿ inputs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design:  4:1 MUX (2 select lines)  and  8:1 MUX (3 select lines)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a 4:1 Multiplexer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943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097280"/>
            <a:ext cx="1737360" cy="5029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097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I0·S1'·S0'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348740"/>
            <a:ext cx="7772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" y="17373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965960"/>
            <a:ext cx="5943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1737360"/>
            <a:ext cx="1737360" cy="5029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17373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I1·S1'·S0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1988820"/>
            <a:ext cx="7772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" y="2377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06040"/>
            <a:ext cx="5943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377440"/>
            <a:ext cx="1737360" cy="5029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I2·S1·S0'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628900"/>
            <a:ext cx="7772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246120"/>
            <a:ext cx="5943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3017520"/>
            <a:ext cx="1737360" cy="502920"/>
          </a:xfrm>
          <a:prstGeom prst="rect">
            <a:avLst/>
          </a:prstGeom>
          <a:solidFill>
            <a:srgbClr val="EEF4F8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16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I3·S1·S0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268980"/>
            <a:ext cx="7772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86200" y="1097280"/>
            <a:ext cx="731520" cy="1965960"/>
          </a:xfrm>
          <a:prstGeom prst="rect">
            <a:avLst/>
          </a:prstGeom>
          <a:solidFill>
            <a:srgbClr val="0E9AA7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86200" y="109728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17720" y="2080260"/>
            <a:ext cx="5486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1208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4343400" cy="502920"/>
          </a:xfrm>
          <a:prstGeom prst="rect">
            <a:avLst/>
          </a:prstGeom>
          <a:solidFill>
            <a:srgbClr val="F6A700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4320" y="3794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S0 (with NOT gates for S1', S0') go to every AND gate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40280" y="3429000"/>
            <a:ext cx="0" cy="36576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60720" y="105156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inputs: I0, I1, I2, I3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lines: S1, S0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gates make S1' and S0'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AND gate passes its input only for its select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gate combines the four AND outputs into 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of a 4:1 Multiplexer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657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I0–I3 can be 0 or 1. Y copies the selected input.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09728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S0 = 00 → I0 goes to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S0 = 01 → I1 goes to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S0 = 10 → I2 goes to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S0 = 11 → I3 goes to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S1 S0 = 10, I2 = 1 → Y = 1 (other inputs are ignored)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 and Working of a 4:1 MUX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EEF4F8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I0·S1'·S0' + I1·S1'·S0 + I2·S1·S0' + I3·S1·S0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has one input and one select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S1'·S0' is 1 only when S1 S0 = 00, so only the I0 term can pass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S1'·S0 is 1 only for 01 → I1 passes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S1·S0' is 1 only for 10 → I2 passes; S1·S0 is 1 only for 11 → I3 passes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terms become 0, so OR gives Y = selected input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103120"/>
            <a:ext cx="2743200" cy="2286000"/>
          </a:xfrm>
          <a:prstGeom prst="roundRect">
            <a:avLst>
              <a:gd name="adj" fmla="val 4800"/>
            </a:avLst>
          </a:prstGeom>
          <a:solidFill>
            <a:srgbClr val="EEF4F8"/>
          </a:solidFill>
          <a:ln w="25400">
            <a:solidFill>
              <a:srgbClr val="F6A7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S1 S0 = 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606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I1·S1'·S0 = I1·1·1 = I1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terms = 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 + I1 + 0 + 0 = I1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an 8:1 Multiplexer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005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16586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99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559052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7922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952244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21854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345436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738628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131820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364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525012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37581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918204"/>
            <a:ext cx="82296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914400"/>
            <a:ext cx="1371600" cy="3200400"/>
          </a:xfrm>
          <a:prstGeom prst="rect">
            <a:avLst/>
          </a:prstGeom>
          <a:solidFill>
            <a:srgbClr val="0E9AA7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45920" y="914400"/>
            <a:ext cx="1371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017520" y="2514600"/>
            <a:ext cx="73152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9476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874520" y="4114800"/>
            <a:ext cx="0" cy="27432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91640" y="4389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77440" y="4114800"/>
            <a:ext cx="0" cy="27432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94560" y="4389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80360" y="4114800"/>
            <a:ext cx="0" cy="27432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4389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109728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 inputs: I0 to I7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select lines: S2, S1, S0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output: 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 select lines? 3 bits give 2³ = 8 different codes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 (000 to 111) picks one input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 4:1 MUX to an 8:1 MUX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1005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33856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2788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16936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13075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435608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3090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18688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1609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1737360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" y="33924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" y="1911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039112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" y="36941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822192"/>
            <a:ext cx="64008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914400"/>
            <a:ext cx="1371600" cy="1280160"/>
          </a:xfrm>
          <a:prstGeom prst="rect">
            <a:avLst/>
          </a:prstGeom>
          <a:solidFill>
            <a:srgbClr val="0E9AA7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71600" y="9144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MUX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71600" y="2697480"/>
            <a:ext cx="1371600" cy="1280160"/>
          </a:xfrm>
          <a:prstGeom prst="rect">
            <a:avLst/>
          </a:prstGeom>
          <a:solidFill>
            <a:srgbClr val="0E9AA7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269748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MUX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371600" y="2286000"/>
            <a:ext cx="1371600" cy="320040"/>
          </a:xfrm>
          <a:prstGeom prst="rect">
            <a:avLst/>
          </a:prstGeom>
          <a:solidFill>
            <a:srgbClr val="F6A700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7160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S0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57400" y="2194560"/>
            <a:ext cx="0" cy="9144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606040"/>
            <a:ext cx="0" cy="9144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1554480"/>
            <a:ext cx="91440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1554480"/>
            <a:ext cx="0" cy="54864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2103120"/>
            <a:ext cx="91440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26080" y="1280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0" y="3337560"/>
            <a:ext cx="91440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0" y="2880360"/>
            <a:ext cx="0" cy="45720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0" y="2880360"/>
            <a:ext cx="91440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26080" y="3063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1737360"/>
            <a:ext cx="1005840" cy="1554480"/>
          </a:xfrm>
          <a:prstGeom prst="rect">
            <a:avLst/>
          </a:prstGeom>
          <a:solidFill>
            <a:srgbClr val="1F3A5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0" y="1737360"/>
            <a:ext cx="1005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6177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6177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74920" y="3291840"/>
            <a:ext cx="0" cy="457200"/>
          </a:xfrm>
          <a:prstGeom prst="line">
            <a:avLst/>
          </a:prstGeom>
          <a:noFill/>
          <a:ln w="19050">
            <a:solidFill>
              <a:srgbClr val="F6A7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3767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77840" y="2514600"/>
            <a:ext cx="548640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109728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I0–I3 → MUX 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I4–I7 → MUX 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S0 → both 4:1 MUXs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outputs → 2:1 MUX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selects: 0 = A, 1 = B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and S0 choose inside each group; S2 chooses the group.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and Applications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EEF4F8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S2 S1 S0 = 101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= 1 → 2:1 MUX picks MUX B (I4–I7)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S0 = 01 → MUX B picks its 2nd input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input is I5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 = I5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code 101 = decimal 5 → input I5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6A7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selection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10515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6A7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6A7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circuits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12280" y="28346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F6A7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9718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systems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6A700"/>
          </a:solidFill>
          <a:ln w="12700">
            <a:solidFill>
              <a:srgbClr val="F6A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4:1 MUX uses 2 select lines; an 8:1 MUX uses 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lines pick one input and send it to the output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MUXs reduce the need for separate connections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8:1 MUX = two 4:1 MUXs + one 2:1 MUX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S0 go to both 4:1 MUXs; S2 drives the 2:1 MUX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474720"/>
            <a:ext cx="5486400" cy="1188720"/>
          </a:xfrm>
          <a:prstGeom prst="roundRect">
            <a:avLst>
              <a:gd name="adj" fmla="val 11538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3520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4:1 and 8:1 Multiplexer</dc:title>
  <dc:subject>PptxGenJS Presentation</dc:subject>
  <dc:creator>PptxGenJS</dc:creator>
  <cp:lastModifiedBy>PptxGenJS</cp:lastModifiedBy>
  <cp:revision>1</cp:revision>
  <dcterms:created xsi:type="dcterms:W3CDTF">2026-10-14T06:00:41Z</dcterms:created>
  <dcterms:modified xsi:type="dcterms:W3CDTF">2026-10-14T06:00:41Z</dcterms:modified>
</cp:coreProperties>
</file>